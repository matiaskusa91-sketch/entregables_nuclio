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snimnews.com/en/news/2023/11/23/2994238/iran-s-zare-seizes-silver-at-2023-junior-world-weightlifting-championship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Sitio web&#10;&#10;Descripción generada automáticamente">
            <a:extLst>
              <a:ext uri="{FF2B5EF4-FFF2-40B4-BE49-F238E27FC236}">
                <a16:creationId xmlns:a16="http://schemas.microsoft.com/office/drawing/2014/main" id="{6078C2DB-83C9-35A1-AF88-1CD071F77C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436" y="61357"/>
            <a:ext cx="9025128" cy="676454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5205" y="980420"/>
            <a:ext cx="7465570" cy="523220"/>
          </a:xfrm>
          <a:prstGeom prst="rect">
            <a:avLst/>
          </a:prstGeom>
          <a:noFill/>
        </p:spPr>
        <p:txBody>
          <a:bodyPr wrap="none" numCol="1">
            <a:spAutoFit/>
          </a:bodyPr>
          <a:lstStyle/>
          <a:p>
            <a:pPr algn="ctr"/>
            <a:r>
              <a:rPr sz="2800" b="1" dirty="0" err="1">
                <a:solidFill>
                  <a:srgbClr val="00008B"/>
                </a:solidFill>
                <a:latin typeface="Calibri"/>
              </a:rPr>
              <a:t>Análisis</a:t>
            </a:r>
            <a:r>
              <a:rPr sz="2800" b="1" dirty="0">
                <a:solidFill>
                  <a:srgbClr val="00008B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008B"/>
                </a:solidFill>
                <a:latin typeface="Calibri"/>
              </a:rPr>
              <a:t>Competiciones</a:t>
            </a:r>
            <a:r>
              <a:rPr sz="2800" b="1" dirty="0">
                <a:solidFill>
                  <a:srgbClr val="00008B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008B"/>
                </a:solidFill>
                <a:latin typeface="Calibri"/>
              </a:rPr>
              <a:t>Mundiales</a:t>
            </a:r>
            <a:r>
              <a:rPr sz="2800" b="1" dirty="0">
                <a:solidFill>
                  <a:srgbClr val="00008B"/>
                </a:solidFill>
                <a:latin typeface="Calibri"/>
              </a:rPr>
              <a:t> de </a:t>
            </a:r>
            <a:r>
              <a:rPr sz="2800" b="1" dirty="0" err="1">
                <a:solidFill>
                  <a:srgbClr val="00008B"/>
                </a:solidFill>
                <a:latin typeface="Calibri"/>
              </a:rPr>
              <a:t>Halterofilia</a:t>
            </a:r>
            <a:endParaRPr lang="es-ES" sz="2800" b="1" dirty="0">
              <a:solidFill>
                <a:srgbClr val="00008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1623" y="1611779"/>
            <a:ext cx="2780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ES" b="1" u="sng" dirty="0">
              <a:solidFill>
                <a:srgbClr val="00008B"/>
              </a:solidFill>
              <a:latin typeface="Calibri"/>
            </a:endParaRPr>
          </a:p>
          <a:p>
            <a:pPr algn="ctr"/>
            <a:r>
              <a:rPr lang="es-ES" b="1" u="sng" dirty="0">
                <a:solidFill>
                  <a:srgbClr val="00008B"/>
                </a:solidFill>
                <a:latin typeface="Calibri"/>
              </a:rPr>
              <a:t>Periodo 2019 a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6424" y="358878"/>
            <a:ext cx="6931152" cy="101566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/>
            <a:r>
              <a:rPr lang="es-ES" sz="2000" b="1" dirty="0">
                <a:solidFill>
                  <a:srgbClr val="00008B"/>
                </a:solidFill>
                <a:latin typeface="Calibri"/>
              </a:rPr>
              <a:t>¿Cuántas medallas de cada tipo (oro, plata y bronce) ha ganado cada país en la competición? (Sin considerar el género)</a:t>
            </a:r>
          </a:p>
          <a:p>
            <a:pPr algn="ctr"/>
            <a:endParaRPr sz="2000" b="1" dirty="0">
              <a:solidFill>
                <a:srgbClr val="00008B"/>
              </a:solidFill>
              <a:latin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E3749C-2C27-39C4-D8B8-A9FC570A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153359"/>
            <a:ext cx="2565417" cy="53865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673B2CE-9BDB-2CB7-2BA0-493B56C53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400" y="1374541"/>
            <a:ext cx="2648320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0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4944" y="1566566"/>
            <a:ext cx="7306056" cy="7132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Calibri"/>
              </a:defRPr>
            </a:pPr>
            <a:r>
              <a:rPr lang="es-ES" sz="1400" b="1" dirty="0">
                <a:solidFill>
                  <a:schemeClr val="tx1"/>
                </a:solidFill>
                <a:latin typeface="Calibri"/>
              </a:rPr>
              <a:t>España es el País con mayor equidad en cuanto a cantidad de medallas obtenidas por un genero en comparación con el otro.</a:t>
            </a:r>
          </a:p>
          <a:p>
            <a:pPr>
              <a:defRPr sz="1400">
                <a:latin typeface="Calibri"/>
              </a:defRPr>
            </a:pPr>
            <a:r>
              <a:rPr lang="es-ES"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F93345F7-6C02-2EBC-0303-7B377455040F}"/>
              </a:ext>
            </a:extLst>
          </p:cNvPr>
          <p:cNvSpPr txBox="1"/>
          <p:nvPr/>
        </p:nvSpPr>
        <p:spPr>
          <a:xfrm>
            <a:off x="1106424" y="541759"/>
            <a:ext cx="6281928" cy="101566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/>
            <a:r>
              <a:rPr lang="es-ES" sz="2000" b="1" dirty="0">
                <a:solidFill>
                  <a:srgbClr val="00008B"/>
                </a:solidFill>
                <a:latin typeface="Calibri"/>
              </a:rPr>
              <a:t>¿Qué país ha logrado la mayor equidad en términos de éxito entre sus atletas femeninos y masculinos?</a:t>
            </a:r>
          </a:p>
          <a:p>
            <a:pPr algn="ctr"/>
            <a:endParaRPr sz="2000" b="1" dirty="0">
              <a:solidFill>
                <a:srgbClr val="00008B"/>
              </a:solidFill>
              <a:latin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B98F8F2-DF58-7D50-283E-11C3CC1C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00974"/>
            <a:ext cx="8092440" cy="4072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796" y="274320"/>
            <a:ext cx="6674408" cy="101566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/>
            <a:r>
              <a:rPr sz="2000" b="1" dirty="0">
                <a:solidFill>
                  <a:srgbClr val="00008B"/>
                </a:solidFill>
                <a:latin typeface="Calibri"/>
              </a:rPr>
              <a:t>¿</a:t>
            </a:r>
            <a:r>
              <a:rPr lang="es-ES" sz="2000" b="1" dirty="0">
                <a:solidFill>
                  <a:srgbClr val="00008B"/>
                </a:solidFill>
                <a:latin typeface="Calibri"/>
              </a:rPr>
              <a:t>En qué país es menor la diferencia entre el promedio de puntos totales conseguidos por atletas femeninos y masculinos?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CB3A4E4-6998-C476-022C-5A12C1CD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36" y="2057400"/>
            <a:ext cx="7608520" cy="4562856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194E524E-B985-5E58-1AB9-4BDB8280E34C}"/>
              </a:ext>
            </a:extLst>
          </p:cNvPr>
          <p:cNvSpPr txBox="1"/>
          <p:nvPr/>
        </p:nvSpPr>
        <p:spPr>
          <a:xfrm>
            <a:off x="1307592" y="1406813"/>
            <a:ext cx="6674408" cy="52322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ctr"/>
            <a:r>
              <a:rPr lang="es-ES" sz="1400" b="1" dirty="0">
                <a:latin typeface="Calibri"/>
              </a:rPr>
              <a:t>Como se observa en el siguiente gráfico el país con menor diferencia en puntos totales obtenidos por género es Rumanía.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121</Words>
  <Application>Microsoft Office PowerPoint</Application>
  <PresentationFormat>Presentación en pantalla (4:3)</PresentationFormat>
  <Paragraphs>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Matías Caleb Kusa</cp:lastModifiedBy>
  <cp:revision>2</cp:revision>
  <dcterms:created xsi:type="dcterms:W3CDTF">2013-01-27T09:14:16Z</dcterms:created>
  <dcterms:modified xsi:type="dcterms:W3CDTF">2025-12-14T18:30:01Z</dcterms:modified>
  <cp:category/>
</cp:coreProperties>
</file>